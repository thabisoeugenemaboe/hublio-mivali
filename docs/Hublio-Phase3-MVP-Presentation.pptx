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Phase 3 MVP for Hublio Project 006. Phases 1 and 2 defined what the product should do and how it should feel. Phase 3 is the first working system you can sign into.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learner who is struggling often has no structured, low-friction way to tell a teacher. Paper systems and informal chats don’t give the school a consistent alert, acknowledgement, or record of what happened next.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did not jump to build. Discovery and prototype came first. Today we are showing the approved MVP — not the full future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question, two answers. I’m Okay is logged. I’m Not Okay creates a teacher alert and a case. The teacher acknowledges, records a follow-up, and either resolves, monitors, or escalates.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use a code and PIN — more age-appropriate than email. Teachers see only the response work. Admins configure the school and can see the audit trail.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six bullets. Do not list every screen. Promise the demo will prove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I’ll show the same story from three seats: the learner who is not okay, the teacher who responds, and the admin who can see that it was logged. URL: https://hublio-mivali.onrender.com/login.html  Learner 024 / 1234. Teacher kholofelo@school.local / demo. Admin admin@demo.school / demo.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Because this may involve minors, we designed for least privilege and an audit trail. We implement technical controls; the school still owns consent, retention, and POPIA decisions. This demo is not a legal certification.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AI counsellor, no parent app, no SMS yet. Those are future phases or change requests. That is how we keep the MVP honest.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please complete UAT against the documentation spec. After that we can discuss production SQL, Hublio-owned hosting, and support. Close: a learner can say they are not okay, a teacher can respond on the record, and a school can see that it happened.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43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15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675120"/>
            <a:ext cx="11247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Hublio Project 006  ·  Phase 3 MVP  ·  Powered by Mivali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10972800" cy="3108960"/>
          </a:xfrm>
          <a:prstGeom prst="roundRect">
            <a:avLst>
              <a:gd name="adj" fmla="val 2353"/>
            </a:avLst>
          </a:prstGeom>
          <a:solidFill>
            <a:srgbClr val="17153D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103120"/>
            <a:ext cx="10424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A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HUBLIO PROJECT 006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MVP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AD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Wellness check-in for schools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DAD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product: learner → teacher → case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43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15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675120"/>
            <a:ext cx="11247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Hublio Project 006  ·  Phase 3 MVP  ·  Powered by Mivali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Learners need a simple, private way to say they are not okay.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Schools need a traceable response.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6F8F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4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6576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check-in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297680" y="29260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6F8FC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4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36576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are informal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046720" y="2926080"/>
            <a:ext cx="3520440" cy="2194560"/>
          </a:xfrm>
          <a:prstGeom prst="roundRect">
            <a:avLst>
              <a:gd name="adj" fmla="val 3333"/>
            </a:avLst>
          </a:prstGeom>
          <a:solidFill>
            <a:srgbClr val="F6F8FC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0" y="3108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4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29600" y="365760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is hard to evidence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43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15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675120"/>
            <a:ext cx="11247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Hublio Project 006  ·  Phase 3 MVP  ·  Powered by Mivali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6F8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91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4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21945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7240" y="31089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workflows, MVP definition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97680" y="146304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F6F8FC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691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4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26280" y="21945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526280" y="31089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journeys and click-through UX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046720" y="1463040"/>
            <a:ext cx="3520440" cy="3840480"/>
          </a:xfrm>
          <a:prstGeom prst="roundRect">
            <a:avLst>
              <a:gd name="adj" fmla="val 2078"/>
            </a:avLst>
          </a:prstGeom>
          <a:solidFill>
            <a:srgbClr val="17153D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6916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FA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5320" y="219456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MVP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8275320" y="31089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AD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Sign-in, check-in, alerts, cases, admin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43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15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675120"/>
            <a:ext cx="11247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Hublio Project 006  ·  Phase 3 MVP  ·  Powered by Mivali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57200" y="2377440"/>
            <a:ext cx="2148840" cy="1645920"/>
          </a:xfrm>
          <a:prstGeom prst="roundRect">
            <a:avLst>
              <a:gd name="adj" fmla="val 4444"/>
            </a:avLst>
          </a:prstGeom>
          <a:solidFill>
            <a:srgbClr val="6D43C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A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9260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I’m Okay / I’m Not Okay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88920" y="2377440"/>
            <a:ext cx="2148840" cy="1645920"/>
          </a:xfrm>
          <a:prstGeom prst="roundRect">
            <a:avLst>
              <a:gd name="adj" fmla="val 4444"/>
            </a:avLst>
          </a:prstGeom>
          <a:solidFill>
            <a:srgbClr val="17153D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A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926080" y="29260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120640" y="2377440"/>
            <a:ext cx="2148840" cy="1645920"/>
          </a:xfrm>
          <a:prstGeom prst="roundRect">
            <a:avLst>
              <a:gd name="adj" fmla="val 4444"/>
            </a:avLst>
          </a:prstGeom>
          <a:solidFill>
            <a:srgbClr val="17153D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A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57800" y="29260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52360" y="2377440"/>
            <a:ext cx="2148840" cy="1645920"/>
          </a:xfrm>
          <a:prstGeom prst="roundRect">
            <a:avLst>
              <a:gd name="adj" fmla="val 4444"/>
            </a:avLst>
          </a:prstGeom>
          <a:solidFill>
            <a:srgbClr val="17153D"/>
          </a:solidFill>
          <a:ln/>
        </p:spPr>
      </p:sp>
      <p:sp>
        <p:nvSpPr>
          <p:cNvPr id="17" name="Text 15"/>
          <p:cNvSpPr/>
          <p:nvPr/>
        </p:nvSpPr>
        <p:spPr>
          <a:xfrm>
            <a:off x="7589520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A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89520" y="29260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784080" y="2377440"/>
            <a:ext cx="2148840" cy="1645920"/>
          </a:xfrm>
          <a:prstGeom prst="roundRect">
            <a:avLst>
              <a:gd name="adj" fmla="val 4444"/>
            </a:avLst>
          </a:prstGeom>
          <a:solidFill>
            <a:srgbClr val="17153D"/>
          </a:solidFill>
          <a:ln/>
        </p:spPr>
      </p:sp>
      <p:sp>
        <p:nvSpPr>
          <p:cNvPr id="20" name="Text 18"/>
          <p:cNvSpPr/>
          <p:nvPr/>
        </p:nvSpPr>
        <p:spPr>
          <a:xfrm>
            <a:off x="9921240" y="2514600"/>
            <a:ext cx="1874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A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921240" y="2926080"/>
            <a:ext cx="1874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or escalate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43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15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675120"/>
            <a:ext cx="11247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Hublio Project 006  ·  Phase 3 MVP  ·  Powered by Mivali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it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37160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6F8FC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77724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4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+ PIN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in only. No staff screens.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297680" y="137160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6F8FC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2628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4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26280" y="29260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Alerts, cases, follow-up, reports.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8046720" y="1371600"/>
            <a:ext cx="3520440" cy="3931920"/>
          </a:xfrm>
          <a:prstGeom prst="roundRect">
            <a:avLst>
              <a:gd name="adj" fmla="val 2078"/>
            </a:avLst>
          </a:prstGeom>
          <a:solidFill>
            <a:srgbClr val="F6F8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75320" y="16459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admin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75320" y="22860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D4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password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75320" y="292608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Setup, people, classes, audit.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43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15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675120"/>
            <a:ext cx="11247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Hublio Project 006  ·  Phase 3 MVP  ·  Powered by Mivali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MVP does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6F8F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4630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I’m Okay / I’m Not Okay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6F8FC"/>
          </a:solidFill>
          <a:ln/>
        </p:spPr>
      </p:sp>
      <p:sp>
        <p:nvSpPr>
          <p:cNvPr id="10" name="Text 8"/>
          <p:cNvSpPr/>
          <p:nvPr/>
        </p:nvSpPr>
        <p:spPr>
          <a:xfrm>
            <a:off x="6583680" y="146304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 categories + short message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6F8FC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017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alerts and acknowledgement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6309360" y="274320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6F8FC"/>
          </a:solidFill>
          <a:ln/>
        </p:spPr>
      </p:sp>
      <p:sp>
        <p:nvSpPr>
          <p:cNvPr id="14" name="Text 12"/>
          <p:cNvSpPr/>
          <p:nvPr/>
        </p:nvSpPr>
        <p:spPr>
          <a:xfrm>
            <a:off x="6583680" y="30175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Cases, follow-up, basic escalation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429768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6F8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72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dashboard and basic reporting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6309360" y="4297680"/>
            <a:ext cx="5486400" cy="1325880"/>
          </a:xfrm>
          <a:prstGeom prst="roundRect">
            <a:avLst>
              <a:gd name="adj" fmla="val 5517"/>
            </a:avLst>
          </a:prstGeom>
          <a:solidFill>
            <a:srgbClr val="F6F8FC"/>
          </a:solidFill>
          <a:ln/>
        </p:spPr>
      </p:sp>
      <p:sp>
        <p:nvSpPr>
          <p:cNvPr id="18" name="Text 16"/>
          <p:cNvSpPr/>
          <p:nvPr/>
        </p:nvSpPr>
        <p:spPr>
          <a:xfrm>
            <a:off x="6583680" y="4572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setup, roles, and audit trail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43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15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675120"/>
            <a:ext cx="11247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Hublio Project 006  ·  Phase 3 MVP  ·  Powered by Mivali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D4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https://hublio-mivali.onrender.com/login.html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155448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6916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Learner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057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4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024  /  1234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33172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I’m Not Okay → School work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06324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200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 Teacher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2960" y="35661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4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kholofelo@school.local  /  demo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84048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→ acknowledge → follow-up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F6F8FC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7091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 Admin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50749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4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admin@demo.school  /  demo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5349240"/>
            <a:ext cx="10515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+ audit trail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43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15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675120"/>
            <a:ext cx="11247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Hublio Project 006  ·  Phase 3 MVP  ·  Powered by Mivali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and privacy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1887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  Minimise what the learner must share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31520" y="1920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  Role-based access — learners never see staff tools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265176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  Hashed credentials and HTTPS on the hosted demo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  Audit trail for accountability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31520" y="411480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  School / Hublio remain responsible for POPIA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31520" y="48463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02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  This MVP is not a legal or security certification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43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15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675120"/>
            <a:ext cx="11247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Hublio Project 006  ·  Phase 3 MVP  ·  Powered by Mivali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3657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scope vs later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548640" y="118872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F6F8FC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0" y="1188720"/>
            <a:ext cx="5394960" cy="4754880"/>
          </a:xfrm>
          <a:prstGeom prst="roundRect">
            <a:avLst>
              <a:gd name="adj" fmla="val 1538"/>
            </a:avLst>
          </a:prstGeom>
          <a:solidFill>
            <a:srgbClr val="17153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417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4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MVP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check-in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 and cases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and escalation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reporting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1715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+ audit + roles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41732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FA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 / change request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92240" y="2011680"/>
            <a:ext cx="49377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counselling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platform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/ extra channels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mobile apps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analytics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D43C0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7153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6675120"/>
            <a:ext cx="11247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Hublio Project 006  ·  Phase 3 MVP  ·  Powered by Mivali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4023360"/>
          </a:xfrm>
          <a:prstGeom prst="roundRect">
            <a:avLst>
              <a:gd name="adj" fmla="val 1818"/>
            </a:avLst>
          </a:prstGeom>
          <a:solidFill>
            <a:srgbClr val="17153D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60020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FAE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/ next step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219456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UAT against the documentation spec.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68680" y="3474720"/>
            <a:ext cx="10424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AD5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production database, hosting under Hublio, and a support model.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Hublio Project 006 — Phase 3 MVP</dc:title>
  <dc:subject>Wellness check-in for schools</dc:subject>
  <dc:creator>Mivali / YTG</dc:creator>
  <cp:lastModifiedBy>Mivali / YTG</cp:lastModifiedBy>
  <cp:revision>1</cp:revision>
  <dcterms:created xsi:type="dcterms:W3CDTF">2026-09-23T07:53:18Z</dcterms:created>
  <dcterms:modified xsi:type="dcterms:W3CDTF">2026-09-23T07:53:18Z</dcterms:modified>
</cp:coreProperties>
</file>